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4" r:id="rId5"/>
    <p:sldId id="259" r:id="rId6"/>
    <p:sldId id="260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5532-1755-37DF-3EE9-F411E6D8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59D0D-E7AD-5923-9553-537FF61F8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D0A6F-E2D7-12A7-CABC-FC834FC2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2E9B-F12A-8B37-BB2C-F7295749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04DD2-3B3D-1269-6F81-A06E4DC9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7069-2E2E-0B5F-BAB9-3BA4883D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C65DB-45AD-A984-E6CD-9C10AEFD9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E5AB4-59A2-1535-E620-AB6B7915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53368-EC08-25E8-0BEA-1AF06F55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3B760-BB62-65EB-6758-BC997BC7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CAFC-9E07-DC44-6255-D726ED35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8A2A0-8417-6C27-804D-5A158DB62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046A-2036-087E-FDF0-BFC18BE9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D310A-AD3B-92CD-BA37-8674AAB6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C85C4-BA7B-5D2A-6517-C6C46925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6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ED53-F5CA-4BF2-9DE5-0EE80FF1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D480-D664-A40A-F469-A2B4A969A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B4CB8-9890-7D26-2B5A-5A90527F0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D5D4F-6ABC-FA80-9B97-EA60E51F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37E61-3B01-749B-B043-A4E91AC5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C87C4-8BD5-317A-DE39-F6C2E605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1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1D5F-789B-3F5E-51A2-E1C25800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3233B-7BB8-9621-3D25-53D891278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0141B-B559-F882-F0E7-30B4BDE7E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BE7F4-5077-DE90-0FA4-D36E5F220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E8DD0-C4F4-D44A-1CD2-5D19919A0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B16D4-D2A7-1DF5-58C5-4C5DF490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505AB-1D92-40E6-7E9F-4881B6BA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40B59-7CB4-2CDA-9543-BE74B671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3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DD63-B18D-7A44-0C69-DB723088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80B6D-6C58-3A9E-E64E-9202AE64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E1389-07A4-3405-2A86-5F4C860B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270B0-78A0-AE37-F34A-1BC77775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50C727-3432-24BF-9779-1BB1505F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12850-535D-46E0-573D-1DF67289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6C436-9958-86F2-3930-F5C59FBE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9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2C95-3675-0F93-F0FD-040123E79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5E78-EC4F-C3C0-3D1B-EEFE530E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1AC5-E90E-5BF2-7450-FBE69BB8D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94451-A9B8-E631-4B78-AA1662EB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1E050-E424-0CB2-33FD-F52F4AB6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1F1F2-EE06-1757-1E15-C6CF9A73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8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7C12-B783-71CF-0862-0A587269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E4108-3BE4-BF68-EA5D-1D28F10FA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CC479-CD41-8C82-F249-68A721B8D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CCFE5-A043-1EFD-9D88-38297C6C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F3EB0-1F88-9CB7-5CC1-F9D0876B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91F84-1180-58A3-5110-CA7D4057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BCA7-1148-F000-393C-C1D47FDD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EFD7-6548-EDE8-83A1-63B8A5935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F5F85-13ED-BDFD-C126-465C003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09A2-B774-4E06-C855-84EA8823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D1AC1-C18D-AA66-F712-E86E768B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7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C179F-A3D2-E0D7-4461-D31F8A495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4B73C-A31F-CDDD-BA8D-CBA1F1A19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6549-2BF9-4CF4-8240-4B6923FB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4A1A8-C5A8-8BFD-A1E1-4C78E8F4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4EEE8-E779-323A-2D55-F3E12A99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C8FE2-BE9F-ACFC-E564-3ACC176E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393F1-29FB-75A7-8144-663D5AAE7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71FD8-1982-205D-D0AC-581AA8B4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28C35-2665-4DB4-A6E2-2A927CCB099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5383F-5934-33A4-1588-71763E678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A7558-F4D0-A2BB-AC85-D94B00120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C0958-0A32-4C04-91DE-8B51E3750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6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5208-A01C-EC9D-BFCA-A78279DC6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900" dirty="0"/>
              <a:t>CT-81-Seg for Windows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DC159-A79F-639B-9141-72FE16BA4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User guidance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F4FBB-9067-A68B-C46A-0F84AE6FC12E}"/>
              </a:ext>
            </a:extLst>
          </p:cNvPr>
          <p:cNvSpPr txBox="1"/>
          <p:nvPr/>
        </p:nvSpPr>
        <p:spPr>
          <a:xfrm>
            <a:off x="5719422" y="4450860"/>
            <a:ext cx="753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Yi Gu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3E0B5-C566-29D5-B98B-6239EA2F96A3}"/>
              </a:ext>
            </a:extLst>
          </p:cNvPr>
          <p:cNvSpPr txBox="1"/>
          <p:nvPr/>
        </p:nvSpPr>
        <p:spPr>
          <a:xfrm>
            <a:off x="5426585" y="50297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2025/12/16</a:t>
            </a:r>
          </a:p>
        </p:txBody>
      </p:sp>
    </p:spTree>
    <p:extLst>
      <p:ext uri="{BB962C8B-B14F-4D97-AF65-F5344CB8AC3E}">
        <p14:creationId xmlns:p14="http://schemas.microsoft.com/office/powerpoint/2010/main" val="16136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AB02-51FE-B961-D4F5-0F52EB80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06508-8A8D-8299-1B05-6CCE70B15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11 (installation would fail for other Windows)</a:t>
            </a:r>
          </a:p>
          <a:p>
            <a:endParaRPr lang="en-US" dirty="0"/>
          </a:p>
          <a:p>
            <a:r>
              <a:rPr lang="en-US" dirty="0"/>
              <a:t>Administrative user</a:t>
            </a:r>
          </a:p>
          <a:p>
            <a:endParaRPr lang="en-US" dirty="0"/>
          </a:p>
          <a:p>
            <a:r>
              <a:rPr lang="en-US" dirty="0"/>
              <a:t>Network connection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Latest Windows GPU driver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8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A631-8D1A-9EF9-6A2D-087F4708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File explanation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AED315-FAE6-D2BC-74AD-20E90BB8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445" y="2806257"/>
            <a:ext cx="1886047" cy="2470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264389-279F-1D0A-3702-D5E6016C3474}"/>
              </a:ext>
            </a:extLst>
          </p:cNvPr>
          <p:cNvSpPr txBox="1"/>
          <p:nvPr/>
        </p:nvSpPr>
        <p:spPr>
          <a:xfrm>
            <a:off x="7859416" y="292322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for installation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E408D-79B8-1582-5AE3-4861D70F4A98}"/>
              </a:ext>
            </a:extLst>
          </p:cNvPr>
          <p:cNvSpPr txBox="1"/>
          <p:nvPr/>
        </p:nvSpPr>
        <p:spPr>
          <a:xfrm>
            <a:off x="1712283" y="4074119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for inference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98170-B4AA-3EBC-7D7D-0708FD3673FB}"/>
              </a:ext>
            </a:extLst>
          </p:cNvPr>
          <p:cNvSpPr txBox="1"/>
          <p:nvPr/>
        </p:nvSpPr>
        <p:spPr>
          <a:xfrm>
            <a:off x="7748961" y="4041395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for checking version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C0FE0-5D55-A97F-3396-86BD8570FDA2}"/>
              </a:ext>
            </a:extLst>
          </p:cNvPr>
          <p:cNvSpPr txBox="1"/>
          <p:nvPr/>
        </p:nvSpPr>
        <p:spPr>
          <a:xfrm>
            <a:off x="1624998" y="50403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for uninstallation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000DF-DC7A-4392-8B95-FD36E075BEBA}"/>
              </a:ext>
            </a:extLst>
          </p:cNvPr>
          <p:cNvSpPr txBox="1"/>
          <p:nvPr/>
        </p:nvSpPr>
        <p:spPr>
          <a:xfrm>
            <a:off x="7818982" y="4907202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Runtime performance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E5773-2CC0-ABEB-06BB-63609353AE02}"/>
              </a:ext>
            </a:extLst>
          </p:cNvPr>
          <p:cNvSpPr txBox="1"/>
          <p:nvPr/>
        </p:nvSpPr>
        <p:spPr>
          <a:xfrm>
            <a:off x="5079988" y="5688767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guidance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184D6-0C5B-24E0-97E7-8BAD15995B55}"/>
              </a:ext>
            </a:extLst>
          </p:cNvPr>
          <p:cNvSpPr txBox="1"/>
          <p:nvPr/>
        </p:nvSpPr>
        <p:spPr>
          <a:xfrm>
            <a:off x="4881216" y="214165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input 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DDD7B-58A6-098B-2822-4C3E9A8B2F5F}"/>
              </a:ext>
            </a:extLst>
          </p:cNvPr>
          <p:cNvSpPr txBox="1"/>
          <p:nvPr/>
        </p:nvSpPr>
        <p:spPr>
          <a:xfrm>
            <a:off x="2630218" y="3292554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code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765E84-DFA8-47DA-FFAC-41EBE72F27E3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4110110" y="3477220"/>
            <a:ext cx="1023952" cy="480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6323FF-7C07-C7C4-C30C-B23CB122C8B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833376" y="4074119"/>
            <a:ext cx="1300686" cy="184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A8A80C-FFC7-EDFC-F6CF-BBCF5926A05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143636" y="4626528"/>
            <a:ext cx="985490" cy="5984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7904CF-B8C4-7BE4-7909-8E9AAD7E7A7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6444529" y="3107888"/>
            <a:ext cx="1414887" cy="6811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A2CE37-6B15-76BB-7BAE-36BDD8E43148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715211" y="4226061"/>
            <a:ext cx="1033750" cy="943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59FAF4A-A24E-CB66-28C2-4FB4F1D657DA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715211" y="4891276"/>
            <a:ext cx="1103771" cy="2005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FDB9F9-7062-7E12-10C4-5AE9CC1070D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884877" y="5226341"/>
            <a:ext cx="5590" cy="46242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D381F95-F1F9-6638-B114-56DFBBA404DE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5515761" y="2510989"/>
            <a:ext cx="374706" cy="6978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25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3773BDE-7462-2636-A74D-AFEE90A53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644" y="1062249"/>
            <a:ext cx="4299171" cy="272429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CFDC8-072E-07C5-AAB5-284BCD84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34" y="2655584"/>
            <a:ext cx="3225966" cy="30989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EDFCF-6528-7440-6579-D928031F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Installation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C969F-87AA-6D69-5480-DBE01510D984}"/>
              </a:ext>
            </a:extLst>
          </p:cNvPr>
          <p:cNvSpPr txBox="1"/>
          <p:nvPr/>
        </p:nvSpPr>
        <p:spPr>
          <a:xfrm>
            <a:off x="590134" y="594286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Click </a:t>
            </a:r>
            <a:r>
              <a:rPr lang="en-US" i="1" dirty="0">
                <a:solidFill>
                  <a:srgbClr val="0070C0"/>
                </a:solidFill>
              </a:rPr>
              <a:t>Run as administrator</a:t>
            </a:r>
            <a:r>
              <a:rPr lang="en-US" i="1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A0DFB-4791-A134-CF51-6205928494DA}"/>
              </a:ext>
            </a:extLst>
          </p:cNvPr>
          <p:cNvSpPr/>
          <p:nvPr/>
        </p:nvSpPr>
        <p:spPr>
          <a:xfrm>
            <a:off x="698055" y="3554835"/>
            <a:ext cx="1415679" cy="1989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68B47-26BA-733D-B699-FEB8B7B60D61}"/>
              </a:ext>
            </a:extLst>
          </p:cNvPr>
          <p:cNvSpPr/>
          <p:nvPr/>
        </p:nvSpPr>
        <p:spPr>
          <a:xfrm>
            <a:off x="2411834" y="5261702"/>
            <a:ext cx="1308683" cy="1989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DE327-17D2-F947-55F7-30AE32B9D6A0}"/>
              </a:ext>
            </a:extLst>
          </p:cNvPr>
          <p:cNvSpPr txBox="1"/>
          <p:nvPr/>
        </p:nvSpPr>
        <p:spPr>
          <a:xfrm>
            <a:off x="288770" y="2235918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Right-click </a:t>
            </a:r>
            <a:r>
              <a:rPr lang="en-US" i="1" dirty="0">
                <a:solidFill>
                  <a:srgbClr val="0070C0"/>
                </a:solidFill>
              </a:rPr>
              <a:t>container_install.cmd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DCE86-9516-BADD-BED9-79A39113B480}"/>
              </a:ext>
            </a:extLst>
          </p:cNvPr>
          <p:cNvSpPr txBox="1"/>
          <p:nvPr/>
        </p:nvSpPr>
        <p:spPr>
          <a:xfrm>
            <a:off x="6062662" y="415918"/>
            <a:ext cx="4828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 If it is the </a:t>
            </a:r>
            <a:r>
              <a:rPr lang="en-US" dirty="0">
                <a:solidFill>
                  <a:srgbClr val="C00000"/>
                </a:solidFill>
              </a:rPr>
              <a:t>first time of installing WSL</a:t>
            </a:r>
            <a:r>
              <a:rPr lang="en-US" dirty="0"/>
              <a:t>,</a:t>
            </a:r>
          </a:p>
          <a:p>
            <a:r>
              <a:rPr lang="en-US" dirty="0">
                <a:solidFill>
                  <a:srgbClr val="C00000"/>
                </a:solidFill>
              </a:rPr>
              <a:t>    machine restart </a:t>
            </a:r>
            <a:r>
              <a:rPr lang="en-US" dirty="0"/>
              <a:t>may be required.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DF12B-F312-9FEE-5A8D-5F84A1EB2270}"/>
              </a:ext>
            </a:extLst>
          </p:cNvPr>
          <p:cNvSpPr txBox="1"/>
          <p:nvPr/>
        </p:nvSpPr>
        <p:spPr>
          <a:xfrm>
            <a:off x="4795164" y="4007343"/>
            <a:ext cx="659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After restarting, go to (1) to run </a:t>
            </a:r>
            <a:r>
              <a:rPr lang="en-US" i="1" dirty="0">
                <a:solidFill>
                  <a:srgbClr val="0070C0"/>
                </a:solidFill>
              </a:rPr>
              <a:t>container_install.cmd</a:t>
            </a:r>
            <a:r>
              <a:rPr lang="en-US" dirty="0"/>
              <a:t> again.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3AB734-38BA-41B7-B75D-75FAA8C6CD36}"/>
              </a:ext>
            </a:extLst>
          </p:cNvPr>
          <p:cNvSpPr/>
          <p:nvPr/>
        </p:nvSpPr>
        <p:spPr>
          <a:xfrm>
            <a:off x="6062662" y="3303885"/>
            <a:ext cx="3603877" cy="3315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E087038-81F9-07F8-0B68-37D565C43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882" y="4376675"/>
            <a:ext cx="5969307" cy="2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2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7905EEC-AC4B-9C68-9DE9-58B6011E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85" y="2621210"/>
            <a:ext cx="5385077" cy="388004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597177-293D-BFC2-BE5C-85B6560E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91" y="1690688"/>
            <a:ext cx="3181514" cy="46611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32688F-8FC1-B05F-4A7E-5DB079D1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3. Inference example: 3.1 Setting input and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C273B-6C26-4FE7-4CAB-B0DC33367B44}"/>
              </a:ext>
            </a:extLst>
          </p:cNvPr>
          <p:cNvSpPr txBox="1"/>
          <p:nvPr/>
        </p:nvSpPr>
        <p:spPr>
          <a:xfrm>
            <a:off x="173736" y="1260158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Right-click </a:t>
            </a:r>
            <a:r>
              <a:rPr lang="en-US" i="1" dirty="0">
                <a:solidFill>
                  <a:srgbClr val="0070C0"/>
                </a:solidFill>
              </a:rPr>
              <a:t>container_run_inference.cmd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C6A62-7EAA-D878-33B7-DBF1CFBDAE56}"/>
              </a:ext>
            </a:extLst>
          </p:cNvPr>
          <p:cNvSpPr txBox="1"/>
          <p:nvPr/>
        </p:nvSpPr>
        <p:spPr>
          <a:xfrm>
            <a:off x="825857" y="6368484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Click Edit in Notepad</a:t>
            </a:r>
            <a:endParaRPr lang="en-US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CA2E96-6DF6-559F-C0F3-84EB4554D233}"/>
              </a:ext>
            </a:extLst>
          </p:cNvPr>
          <p:cNvSpPr/>
          <p:nvPr/>
        </p:nvSpPr>
        <p:spPr>
          <a:xfrm>
            <a:off x="612490" y="2506910"/>
            <a:ext cx="1804945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51F1-6409-BDDE-2628-F8D1710E49A2}"/>
              </a:ext>
            </a:extLst>
          </p:cNvPr>
          <p:cNvSpPr/>
          <p:nvPr/>
        </p:nvSpPr>
        <p:spPr>
          <a:xfrm>
            <a:off x="2510805" y="6144327"/>
            <a:ext cx="1343628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A4465-4D99-C562-A58E-894509B9A305}"/>
              </a:ext>
            </a:extLst>
          </p:cNvPr>
          <p:cNvSpPr txBox="1"/>
          <p:nvPr/>
        </p:nvSpPr>
        <p:spPr>
          <a:xfrm>
            <a:off x="4962713" y="1274012"/>
            <a:ext cx="7229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 Set </a:t>
            </a:r>
            <a:r>
              <a:rPr lang="en-US" i="1" dirty="0">
                <a:solidFill>
                  <a:srgbClr val="0070C0"/>
                </a:solidFill>
              </a:rPr>
              <a:t>CT_IMAGE_PATH </a:t>
            </a:r>
            <a:r>
              <a:rPr lang="en-US" dirty="0"/>
              <a:t>(can be a MHD/A file or a folder of DICOM)</a:t>
            </a:r>
          </a:p>
          <a:p>
            <a:r>
              <a:rPr lang="en-US" i="1" dirty="0"/>
              <a:t>   </a:t>
            </a:r>
            <a:r>
              <a:rPr lang="en-US" dirty="0"/>
              <a:t>(for example, </a:t>
            </a:r>
            <a:r>
              <a:rPr lang="en-US" sz="1200" i="1" dirty="0">
                <a:solidFill>
                  <a:srgbClr val="0070C0"/>
                </a:solidFill>
              </a:rPr>
              <a:t>G:\projects\ct81segapp_export\input\UZU00001_CT1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1D2291-D7B7-1A57-420D-8502264882F2}"/>
              </a:ext>
            </a:extLst>
          </p:cNvPr>
          <p:cNvSpPr txBox="1"/>
          <p:nvPr/>
        </p:nvSpPr>
        <p:spPr>
          <a:xfrm>
            <a:off x="4962713" y="1981805"/>
            <a:ext cx="4826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Set </a:t>
            </a:r>
            <a:r>
              <a:rPr lang="en-US" i="1" dirty="0">
                <a:solidFill>
                  <a:srgbClr val="0070C0"/>
                </a:solidFill>
              </a:rPr>
              <a:t>OUTPUT_DIR </a:t>
            </a:r>
            <a:r>
              <a:rPr lang="en-US" dirty="0"/>
              <a:t>(must be a valid folder)</a:t>
            </a:r>
          </a:p>
          <a:p>
            <a:r>
              <a:rPr lang="en-US" i="1" dirty="0"/>
              <a:t> </a:t>
            </a:r>
            <a:r>
              <a:rPr lang="en-US" dirty="0"/>
              <a:t>(for example, </a:t>
            </a:r>
            <a:r>
              <a:rPr lang="en-US" sz="1200" i="1" dirty="0">
                <a:solidFill>
                  <a:srgbClr val="0070C0"/>
                </a:solidFill>
              </a:rPr>
              <a:t>G:\projects\ ct81segapp_export \output</a:t>
            </a:r>
            <a:r>
              <a:rPr lang="en-US" dirty="0"/>
              <a:t>)</a:t>
            </a:r>
            <a:endParaRPr lang="en-US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E063CA-22D0-57E9-20F9-9D6468BF69FB}"/>
              </a:ext>
            </a:extLst>
          </p:cNvPr>
          <p:cNvSpPr/>
          <p:nvPr/>
        </p:nvSpPr>
        <p:spPr>
          <a:xfrm>
            <a:off x="5587898" y="4232869"/>
            <a:ext cx="523916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99D5F8-051E-1DAB-A7CD-CE9D173265EE}"/>
              </a:ext>
            </a:extLst>
          </p:cNvPr>
          <p:cNvSpPr txBox="1"/>
          <p:nvPr/>
        </p:nvSpPr>
        <p:spPr>
          <a:xfrm>
            <a:off x="6093762" y="636649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 Save changes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9430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3EE5C5-B488-CA58-B0BA-E49B732EC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4" y="2532879"/>
            <a:ext cx="3543482" cy="3308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380A5E-DA35-36B5-1736-A86DDE93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Inference example: 3.2 Running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EDC8E-EA19-77F7-F26A-E0B99B83E495}"/>
              </a:ext>
            </a:extLst>
          </p:cNvPr>
          <p:cNvSpPr txBox="1"/>
          <p:nvPr/>
        </p:nvSpPr>
        <p:spPr>
          <a:xfrm>
            <a:off x="0" y="2163547"/>
            <a:ext cx="472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Right-click </a:t>
            </a:r>
            <a:r>
              <a:rPr lang="en-US" i="1" dirty="0">
                <a:solidFill>
                  <a:srgbClr val="0070C0"/>
                </a:solidFill>
              </a:rPr>
              <a:t>container_run_inference.cmd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EE71E-86EA-C2CA-73DE-211825359283}"/>
              </a:ext>
            </a:extLst>
          </p:cNvPr>
          <p:cNvSpPr/>
          <p:nvPr/>
        </p:nvSpPr>
        <p:spPr>
          <a:xfrm>
            <a:off x="467015" y="3697685"/>
            <a:ext cx="1803997" cy="2242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6FB92-DDED-47C5-0FC0-5025A00BC34E}"/>
              </a:ext>
            </a:extLst>
          </p:cNvPr>
          <p:cNvSpPr/>
          <p:nvPr/>
        </p:nvSpPr>
        <p:spPr>
          <a:xfrm>
            <a:off x="2271012" y="5372328"/>
            <a:ext cx="1726421" cy="2242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4FA05-7702-8348-481B-484A11784E6C}"/>
              </a:ext>
            </a:extLst>
          </p:cNvPr>
          <p:cNvSpPr txBox="1"/>
          <p:nvPr/>
        </p:nvSpPr>
        <p:spPr>
          <a:xfrm>
            <a:off x="539297" y="5927382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Click </a:t>
            </a:r>
            <a:r>
              <a:rPr lang="en-US" i="1" dirty="0">
                <a:solidFill>
                  <a:srgbClr val="0070C0"/>
                </a:solidFill>
              </a:rPr>
              <a:t>Run as administrator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093E1-D6A4-9A23-DBBD-B54BB4D64A56}"/>
              </a:ext>
            </a:extLst>
          </p:cNvPr>
          <p:cNvSpPr txBox="1"/>
          <p:nvPr/>
        </p:nvSpPr>
        <p:spPr>
          <a:xfrm>
            <a:off x="5163426" y="1506022"/>
            <a:ext cx="238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 Wait for the result</a:t>
            </a:r>
            <a:endParaRPr lang="en-US" i="1" dirty="0">
              <a:solidFill>
                <a:srgbClr val="0070C0"/>
              </a:solidFill>
            </a:endParaRPr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098B7B5-3F5D-BF2D-5714-DA8A344C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426" y="1875354"/>
            <a:ext cx="6623390" cy="1511378"/>
          </a:xfrm>
          <a:prstGeom prst="rect">
            <a:avLst/>
          </a:prstGeom>
        </p:spPr>
      </p:pic>
      <p:pic>
        <p:nvPicPr>
          <p:cNvPr id="22" name="Picture 21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63FF9487-0D91-6A4C-A64B-FECD039E2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426" y="3646318"/>
            <a:ext cx="4915153" cy="317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1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5D18-D348-38B2-800E-F7D0E5B0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Inference example: 3.3 Checking results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45725-F7A1-ED4A-82C3-3CD2D6359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7" y="1672766"/>
            <a:ext cx="1136708" cy="172093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61845B-F296-F121-99FE-4FE10154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" y="4425506"/>
            <a:ext cx="4381725" cy="2413124"/>
          </a:xfrm>
          <a:prstGeom prst="rect">
            <a:avLst/>
          </a:prstGeom>
        </p:spPr>
      </p:pic>
      <p:pic>
        <p:nvPicPr>
          <p:cNvPr id="22" name="Picture 21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508F125D-AF63-5FF2-A617-039AF5555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14" y="1419442"/>
            <a:ext cx="7171765" cy="53788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8619DE-5F23-AF84-843D-CB57EEFF900B}"/>
              </a:ext>
            </a:extLst>
          </p:cNvPr>
          <p:cNvCxnSpPr>
            <a:cxnSpLocks/>
          </p:cNvCxnSpPr>
          <p:nvPr/>
        </p:nvCxnSpPr>
        <p:spPr>
          <a:xfrm flipH="1">
            <a:off x="345141" y="2115671"/>
            <a:ext cx="739588" cy="22546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5314FC-3813-A00E-89B8-7AAF38ABC615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1999665" y="1971893"/>
            <a:ext cx="603276" cy="4147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9E2726-7926-7F70-BC9B-7AA1A2BDFFCD}"/>
              </a:ext>
            </a:extLst>
          </p:cNvPr>
          <p:cNvSpPr txBox="1"/>
          <p:nvPr/>
        </p:nvSpPr>
        <p:spPr>
          <a:xfrm>
            <a:off x="2602941" y="178722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B876B8-A898-0F9A-4B37-D36C3A47680F}"/>
              </a:ext>
            </a:extLst>
          </p:cNvPr>
          <p:cNvSpPr txBox="1"/>
          <p:nvPr/>
        </p:nvSpPr>
        <p:spPr>
          <a:xfrm>
            <a:off x="722574" y="4128871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Calculated mean HU table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1C9CF4-884F-8557-2786-B74341ECA5F4}"/>
              </a:ext>
            </a:extLst>
          </p:cNvPr>
          <p:cNvSpPr txBox="1"/>
          <p:nvPr/>
        </p:nvSpPr>
        <p:spPr>
          <a:xfrm>
            <a:off x="2465361" y="2383232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</a:t>
            </a:r>
            <a:r>
              <a:rPr lang="en-US" dirty="0" err="1"/>
              <a:t>labelmap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22AD12-4E88-793B-5919-306091919B56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2146090" y="2567898"/>
            <a:ext cx="319271" cy="783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4A8FBA8-76A0-987C-4C58-DAE2916D58EB}"/>
              </a:ext>
            </a:extLst>
          </p:cNvPr>
          <p:cNvCxnSpPr>
            <a:cxnSpLocks/>
          </p:cNvCxnSpPr>
          <p:nvPr/>
        </p:nvCxnSpPr>
        <p:spPr>
          <a:xfrm flipV="1">
            <a:off x="1889301" y="2871512"/>
            <a:ext cx="2955341" cy="202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2F15C42-3A3A-8303-72F1-1A0CF4140AB6}"/>
              </a:ext>
            </a:extLst>
          </p:cNvPr>
          <p:cNvCxnSpPr>
            <a:cxnSpLocks/>
          </p:cNvCxnSpPr>
          <p:nvPr/>
        </p:nvCxnSpPr>
        <p:spPr>
          <a:xfrm flipV="1">
            <a:off x="1889301" y="3187620"/>
            <a:ext cx="2955341" cy="211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08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2DA263-EBCE-1944-CFA6-8A68C125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33" y="1966527"/>
            <a:ext cx="3384724" cy="42420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BC847-5DE5-6A85-FF44-A94165D4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Uninstallation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9A8D6-20C2-D87F-8B3E-9C98BD3060D1}"/>
              </a:ext>
            </a:extLst>
          </p:cNvPr>
          <p:cNvSpPr txBox="1"/>
          <p:nvPr/>
        </p:nvSpPr>
        <p:spPr>
          <a:xfrm>
            <a:off x="798555" y="620854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Click </a:t>
            </a:r>
            <a:r>
              <a:rPr lang="en-US" i="1" dirty="0">
                <a:solidFill>
                  <a:srgbClr val="0070C0"/>
                </a:solidFill>
              </a:rPr>
              <a:t>Run as administrator</a:t>
            </a:r>
            <a:r>
              <a:rPr lang="en-US" i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077DD-20EA-9C21-F74B-B625828396DF}"/>
              </a:ext>
            </a:extLst>
          </p:cNvPr>
          <p:cNvSpPr txBox="1"/>
          <p:nvPr/>
        </p:nvSpPr>
        <p:spPr>
          <a:xfrm>
            <a:off x="427444" y="1594938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Right-click </a:t>
            </a:r>
            <a:r>
              <a:rPr lang="en-US" i="1" dirty="0">
                <a:solidFill>
                  <a:srgbClr val="0070C0"/>
                </a:solidFill>
              </a:rPr>
              <a:t>container_uninstall.cmd</a:t>
            </a:r>
            <a:r>
              <a:rPr lang="en-US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1F9CD-D4F0-7A4C-64C1-94827A6B8AC9}"/>
              </a:ext>
            </a:extLst>
          </p:cNvPr>
          <p:cNvSpPr/>
          <p:nvPr/>
        </p:nvSpPr>
        <p:spPr>
          <a:xfrm>
            <a:off x="847930" y="3939102"/>
            <a:ext cx="1594899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F641CD-0FA1-4902-4EA1-451F349E8A0B}"/>
              </a:ext>
            </a:extLst>
          </p:cNvPr>
          <p:cNvSpPr/>
          <p:nvPr/>
        </p:nvSpPr>
        <p:spPr>
          <a:xfrm>
            <a:off x="2492260" y="5626618"/>
            <a:ext cx="1627676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02821-F244-C5F7-6728-97D1061B5D99}"/>
              </a:ext>
            </a:extLst>
          </p:cNvPr>
          <p:cNvSpPr txBox="1"/>
          <p:nvPr/>
        </p:nvSpPr>
        <p:spPr>
          <a:xfrm>
            <a:off x="5497213" y="2364776"/>
            <a:ext cx="418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 Wait until the uninstallation finished.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8663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297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CT-81-Seg for Windows 11</vt:lpstr>
      <vt:lpstr>Requirements</vt:lpstr>
      <vt:lpstr>1. File explanation</vt:lpstr>
      <vt:lpstr>2. Installation</vt:lpstr>
      <vt:lpstr>3. Inference example: 3.1 Setting input and output</vt:lpstr>
      <vt:lpstr>3. Inference example: 3.2 Running script</vt:lpstr>
      <vt:lpstr>3. Inference example: 3.3 Checking results</vt:lpstr>
      <vt:lpstr>4 Uninstallation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Gu</dc:creator>
  <cp:lastModifiedBy>Yi Gu</cp:lastModifiedBy>
  <cp:revision>65</cp:revision>
  <dcterms:created xsi:type="dcterms:W3CDTF">2025-11-19T18:06:33Z</dcterms:created>
  <dcterms:modified xsi:type="dcterms:W3CDTF">2025-12-16T16:28:03Z</dcterms:modified>
</cp:coreProperties>
</file>